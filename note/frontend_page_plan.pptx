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60" r:id="rId4"/>
    <p:sldId id="262" r:id="rId5"/>
    <p:sldId id="257" r:id="rId6"/>
    <p:sldId id="258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6" d="100"/>
          <a:sy n="136" d="100"/>
        </p:scale>
        <p:origin x="-1301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2C064-4715-42BE-8447-58F43F0E67E0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09E1A-CE74-4C2A-A20D-C7CAF9A7E1D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사이트 진입 최초 화면</a:t>
            </a:r>
            <a:r>
              <a:rPr lang="en-US" altLang="ko-KR" smtClean="0"/>
              <a:t>. ‘</a:t>
            </a:r>
            <a:r>
              <a:rPr lang="ko-KR" altLang="en-US" smtClean="0"/>
              <a:t>홈</a:t>
            </a:r>
            <a:r>
              <a:rPr lang="en-US" altLang="ko-KR" smtClean="0"/>
              <a:t>’</a:t>
            </a:r>
            <a:r>
              <a:rPr lang="ko-KR" altLang="en-US" smtClean="0"/>
              <a:t>을 누른 것과 같이 표현한다</a:t>
            </a:r>
            <a:r>
              <a:rPr lang="en-US" altLang="ko-KR" smtClean="0"/>
              <a:t>. </a:t>
            </a:r>
            <a:r>
              <a:rPr lang="ko-KR" altLang="en-US" smtClean="0"/>
              <a:t>가운데에 나타나는 것은 가장 빠른 날짜의 일기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809E1A-CE74-4C2A-A20D-C7CAF9A7E1D0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좌측 하단 게스트 프로필</a:t>
            </a:r>
            <a:r>
              <a:rPr lang="ko-KR" altLang="en-US" baseline="0" smtClean="0"/>
              <a:t> 버튼을 눌러서 로그인 모달 대화창이 뜨게 한다</a:t>
            </a:r>
            <a:r>
              <a:rPr lang="en-US" altLang="ko-KR" baseline="0" smtClean="0"/>
              <a:t>. </a:t>
            </a:r>
            <a:r>
              <a:rPr lang="ko-KR" altLang="en-US" baseline="0" smtClean="0"/>
              <a:t>이것으로 로그인 하여 브라우저가 일정 시간 동안 토큰을 품어 로그인 된 것으로 처리하게 한다</a:t>
            </a:r>
            <a:r>
              <a:rPr lang="en-US" altLang="ko-KR" baseline="0" smtClean="0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809E1A-CE74-4C2A-A20D-C7CAF9A7E1D0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로그인 하고 나면 좌측 하단의 프로필은 사용자</a:t>
            </a:r>
            <a:r>
              <a:rPr lang="ko-KR" altLang="en-US" baseline="0" smtClean="0"/>
              <a:t> 정보</a:t>
            </a:r>
            <a:r>
              <a:rPr lang="en-US" altLang="ko-KR" baseline="0" smtClean="0"/>
              <a:t>(</a:t>
            </a:r>
            <a:r>
              <a:rPr lang="ko-KR" altLang="en-US" baseline="0" smtClean="0"/>
              <a:t>이름</a:t>
            </a:r>
            <a:r>
              <a:rPr lang="en-US" altLang="ko-KR" baseline="0" smtClean="0"/>
              <a:t> </a:t>
            </a:r>
            <a:r>
              <a:rPr lang="ko-KR" altLang="en-US" baseline="0" smtClean="0"/>
              <a:t>또는 </a:t>
            </a:r>
            <a:r>
              <a:rPr lang="en-US" altLang="ko-KR" baseline="0" smtClean="0"/>
              <a:t>id)</a:t>
            </a:r>
            <a:r>
              <a:rPr lang="ko-KR" altLang="en-US" baseline="0" smtClean="0"/>
              <a:t>가 나타나게 한다</a:t>
            </a:r>
            <a:r>
              <a:rPr lang="en-US" altLang="ko-KR" baseline="0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오른쪽의 녹색의 </a:t>
            </a:r>
            <a:r>
              <a:rPr lang="en-US" altLang="ko-KR" smtClean="0"/>
              <a:t>‘+’ </a:t>
            </a:r>
            <a:r>
              <a:rPr lang="ko-KR" altLang="en-US" smtClean="0"/>
              <a:t>버튼은 일기 추가로 쓰게 하는 버튼이며 로그인 했을 때만 활성화 되게 한다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809E1A-CE74-4C2A-A20D-C7CAF9A7E1D0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녹색 원의 </a:t>
            </a:r>
            <a:r>
              <a:rPr lang="en-US" altLang="ko-KR" smtClean="0"/>
              <a:t>‘+’ </a:t>
            </a:r>
            <a:r>
              <a:rPr lang="ko-KR" altLang="en-US" smtClean="0"/>
              <a:t>단추를 눌렀을 때의 모달 대화창</a:t>
            </a:r>
            <a:r>
              <a:rPr lang="en-US" altLang="ko-KR" smtClean="0"/>
              <a:t>,</a:t>
            </a:r>
            <a:r>
              <a:rPr lang="en-US" altLang="ko-KR" baseline="0" smtClean="0"/>
              <a:t> </a:t>
            </a:r>
            <a:r>
              <a:rPr lang="ko-KR" altLang="en-US" baseline="0" smtClean="0"/>
              <a:t>일기를 입력한다</a:t>
            </a:r>
            <a:r>
              <a:rPr lang="en-US" altLang="ko-KR" baseline="0" smtClean="0"/>
              <a:t>. </a:t>
            </a:r>
            <a:r>
              <a:rPr lang="ko-KR" altLang="en-US" baseline="0" smtClean="0"/>
              <a:t>이때 입력되는 </a:t>
            </a:r>
            <a:r>
              <a:rPr lang="en-US" altLang="ko-KR" baseline="0" smtClean="0"/>
              <a:t>category</a:t>
            </a:r>
            <a:r>
              <a:rPr lang="ko-KR" altLang="en-US" baseline="0" smtClean="0"/>
              <a:t>는 </a:t>
            </a:r>
            <a:r>
              <a:rPr lang="en-US" altLang="ko-KR" baseline="0" smtClean="0"/>
              <a:t>‘1’(</a:t>
            </a:r>
            <a:r>
              <a:rPr lang="ko-KR" altLang="en-US" baseline="0" smtClean="0"/>
              <a:t>일기</a:t>
            </a:r>
            <a:r>
              <a:rPr lang="en-US" altLang="ko-KR" baseline="0" smtClean="0"/>
              <a:t>). </a:t>
            </a:r>
            <a:r>
              <a:rPr lang="ko-KR" altLang="en-US" baseline="0" smtClean="0"/>
              <a:t>날짜 선택창은 </a:t>
            </a:r>
            <a:r>
              <a:rPr lang="en-US" altLang="ko-KR" baseline="0" smtClean="0"/>
              <a:t>postDate</a:t>
            </a:r>
            <a:r>
              <a:rPr lang="ko-KR" altLang="en-US" baseline="0" smtClean="0"/>
              <a:t>값에 기반 한다</a:t>
            </a:r>
            <a:r>
              <a:rPr lang="en-US" altLang="ko-KR" baseline="0" smtClean="0"/>
              <a:t>. </a:t>
            </a:r>
            <a:r>
              <a:rPr lang="ko-KR" altLang="en-US" baseline="0" smtClean="0"/>
              <a:t>제목은 입력하지 않으면 날짜 선택창과 같은 값을 기록한다</a:t>
            </a:r>
            <a:r>
              <a:rPr lang="en-US" altLang="ko-KR" baseline="0" smtClean="0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809E1A-CE74-4C2A-A20D-C7CAF9A7E1D0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좌측 일기 탭을 눌렀을 때 화면</a:t>
            </a:r>
            <a:r>
              <a:rPr lang="en-US" altLang="ko-KR" smtClean="0"/>
              <a:t>. </a:t>
            </a:r>
            <a:r>
              <a:rPr lang="ko-KR" altLang="en-US" smtClean="0"/>
              <a:t>가장 빠른 연도의 일기들이 표시 되게 하며</a:t>
            </a:r>
            <a:r>
              <a:rPr lang="en-US" altLang="ko-KR" smtClean="0"/>
              <a:t>, </a:t>
            </a:r>
            <a:r>
              <a:rPr lang="ko-KR" altLang="en-US" smtClean="0"/>
              <a:t>우측에서 연도별 일기를 선택할 수 있게 한다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809E1A-CE74-4C2A-A20D-C7CAF9A7E1D0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글을 눌렀을 때의 화면</a:t>
            </a:r>
            <a:r>
              <a:rPr lang="en-US" altLang="ko-KR" smtClean="0"/>
              <a:t>. </a:t>
            </a:r>
            <a:r>
              <a:rPr lang="ko-KR" altLang="en-US" smtClean="0"/>
              <a:t>다른 카테고리의 글을 볼 수 있게 하고</a:t>
            </a:r>
            <a:r>
              <a:rPr lang="en-US" altLang="ko-KR" smtClean="0"/>
              <a:t>, </a:t>
            </a:r>
            <a:r>
              <a:rPr lang="ko-KR" altLang="en-US" smtClean="0"/>
              <a:t>우측에는</a:t>
            </a:r>
            <a:r>
              <a:rPr lang="ko-KR" altLang="en-US" baseline="0" smtClean="0"/>
              <a:t> 카테고리 선택 창이 있게 한다</a:t>
            </a:r>
            <a:r>
              <a:rPr lang="en-US" altLang="ko-KR" baseline="0" smtClean="0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809E1A-CE74-4C2A-A20D-C7CAF9A7E1D0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CE5CC-EAE8-48BE-852D-E6A066A35CB1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1EC4-E6F2-45A2-84B4-F6FB1E5821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CE5CC-EAE8-48BE-852D-E6A066A35CB1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1EC4-E6F2-45A2-84B4-F6FB1E5821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CE5CC-EAE8-48BE-852D-E6A066A35CB1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1EC4-E6F2-45A2-84B4-F6FB1E5821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CE5CC-EAE8-48BE-852D-E6A066A35CB1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1EC4-E6F2-45A2-84B4-F6FB1E5821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CE5CC-EAE8-48BE-852D-E6A066A35CB1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1EC4-E6F2-45A2-84B4-F6FB1E5821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CE5CC-EAE8-48BE-852D-E6A066A35CB1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1EC4-E6F2-45A2-84B4-F6FB1E5821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CE5CC-EAE8-48BE-852D-E6A066A35CB1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1EC4-E6F2-45A2-84B4-F6FB1E5821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CE5CC-EAE8-48BE-852D-E6A066A35CB1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1EC4-E6F2-45A2-84B4-F6FB1E5821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CE5CC-EAE8-48BE-852D-E6A066A35CB1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1EC4-E6F2-45A2-84B4-F6FB1E5821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CE5CC-EAE8-48BE-852D-E6A066A35CB1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1EC4-E6F2-45A2-84B4-F6FB1E5821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CE5CC-EAE8-48BE-852D-E6A066A35CB1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1EC4-E6F2-45A2-84B4-F6FB1E5821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CE5CC-EAE8-48BE-852D-E6A066A35CB1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21EC4-E6F2-45A2-84B4-F6FB1E58217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241176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179512" y="6165304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6237312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Guest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627784" y="404664"/>
            <a:ext cx="1005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/>
              <a:t>2026</a:t>
            </a:r>
            <a:r>
              <a:rPr lang="ko-KR" altLang="en-US" sz="2000" smtClean="0"/>
              <a:t>년</a:t>
            </a:r>
            <a:endParaRPr lang="ko-KR" altLang="en-US" sz="2000"/>
          </a:p>
        </p:txBody>
      </p:sp>
      <p:sp>
        <p:nvSpPr>
          <p:cNvPr id="14" name="TextBox 13"/>
          <p:cNvSpPr txBox="1"/>
          <p:nvPr/>
        </p:nvSpPr>
        <p:spPr>
          <a:xfrm>
            <a:off x="2771800" y="836712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2</a:t>
            </a:r>
            <a:r>
              <a:rPr lang="ko-KR" altLang="en-US" smtClean="0"/>
              <a:t>월</a:t>
            </a: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059832" y="1268760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/>
              <a:t>15</a:t>
            </a:r>
            <a:r>
              <a:rPr lang="ko-KR" altLang="en-US" sz="1600" smtClean="0"/>
              <a:t>일</a:t>
            </a:r>
            <a:endParaRPr lang="ko-KR" altLang="en-US" sz="1600"/>
          </a:p>
        </p:txBody>
      </p:sp>
      <p:sp>
        <p:nvSpPr>
          <p:cNvPr id="17" name="TextBox 16"/>
          <p:cNvSpPr txBox="1"/>
          <p:nvPr/>
        </p:nvSpPr>
        <p:spPr>
          <a:xfrm>
            <a:off x="3275856" y="1700808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/>
              <a:t>(</a:t>
            </a:r>
            <a:r>
              <a:rPr lang="ko-KR" altLang="en-US" sz="1400" smtClean="0"/>
              <a:t>가장 빠른 날짜의 일기 내용</a:t>
            </a:r>
            <a:r>
              <a:rPr lang="en-US" altLang="ko-KR" sz="1400" smtClean="0"/>
              <a:t>)</a:t>
            </a:r>
            <a:endParaRPr lang="ko-KR" altLang="en-US" sz="1400"/>
          </a:p>
        </p:txBody>
      </p:sp>
      <p:sp>
        <p:nvSpPr>
          <p:cNvPr id="18" name="TextBox 17"/>
          <p:cNvSpPr txBox="1"/>
          <p:nvPr/>
        </p:nvSpPr>
        <p:spPr>
          <a:xfrm>
            <a:off x="6012160" y="6550223"/>
            <a:ext cx="1612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solidFill>
                  <a:srgbClr val="FF0000"/>
                </a:solidFill>
              </a:rPr>
              <a:t>(</a:t>
            </a:r>
            <a:r>
              <a:rPr lang="ko-KR" altLang="en-US" sz="1400" smtClean="0">
                <a:solidFill>
                  <a:srgbClr val="FF0000"/>
                </a:solidFill>
              </a:rPr>
              <a:t>마크다운 컨텐츠</a:t>
            </a:r>
            <a:r>
              <a:rPr lang="en-US" altLang="ko-KR" sz="1400" smtClean="0">
                <a:solidFill>
                  <a:srgbClr val="FF0000"/>
                </a:solidFill>
              </a:rPr>
              <a:t>)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75656" y="6550223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solidFill>
                  <a:srgbClr val="FF0000"/>
                </a:solidFill>
              </a:rPr>
              <a:t>(</a:t>
            </a:r>
            <a:r>
              <a:rPr lang="ko-KR" altLang="en-US" sz="1400" smtClean="0">
                <a:solidFill>
                  <a:srgbClr val="FF0000"/>
                </a:solidFill>
              </a:rPr>
              <a:t>사이드바</a:t>
            </a:r>
            <a:r>
              <a:rPr lang="en-US" altLang="ko-KR" sz="1400" smtClean="0">
                <a:solidFill>
                  <a:srgbClr val="FF0000"/>
                </a:solidFill>
              </a:rPr>
              <a:t>)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668344" y="0"/>
            <a:ext cx="1475656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lang="en-US" altLang="ko-KR" smtClean="0"/>
          </a:p>
        </p:txBody>
      </p:sp>
      <p:sp>
        <p:nvSpPr>
          <p:cNvPr id="21" name="TextBox 20"/>
          <p:cNvSpPr txBox="1"/>
          <p:nvPr/>
        </p:nvSpPr>
        <p:spPr>
          <a:xfrm>
            <a:off x="7734640" y="6581001"/>
            <a:ext cx="1409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FF0000"/>
                </a:solidFill>
              </a:rPr>
              <a:t>(</a:t>
            </a:r>
            <a:r>
              <a:rPr lang="ko-KR" altLang="en-US" sz="1200" smtClean="0">
                <a:solidFill>
                  <a:srgbClr val="FF0000"/>
                </a:solidFill>
              </a:rPr>
              <a:t>일기의 연도선택</a:t>
            </a:r>
            <a:r>
              <a:rPr lang="en-US" altLang="ko-KR" sz="1200" smtClean="0">
                <a:solidFill>
                  <a:srgbClr val="FF0000"/>
                </a:solidFill>
              </a:rPr>
              <a:t>)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504" y="97143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일기</a:t>
            </a: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79512" y="14034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글</a:t>
            </a: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179512" y="61139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241176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179512" y="6165304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6237312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Guest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627784" y="404664"/>
            <a:ext cx="1005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/>
              <a:t>2026</a:t>
            </a:r>
            <a:r>
              <a:rPr lang="ko-KR" altLang="en-US" sz="2000" smtClean="0"/>
              <a:t>년</a:t>
            </a:r>
            <a:endParaRPr lang="ko-KR" altLang="en-US" sz="2000"/>
          </a:p>
        </p:txBody>
      </p:sp>
      <p:sp>
        <p:nvSpPr>
          <p:cNvPr id="14" name="TextBox 13"/>
          <p:cNvSpPr txBox="1"/>
          <p:nvPr/>
        </p:nvSpPr>
        <p:spPr>
          <a:xfrm>
            <a:off x="2771800" y="836712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2</a:t>
            </a:r>
            <a:r>
              <a:rPr lang="ko-KR" altLang="en-US" smtClean="0"/>
              <a:t>월</a:t>
            </a: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059832" y="1268760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/>
              <a:t>15</a:t>
            </a:r>
            <a:r>
              <a:rPr lang="ko-KR" altLang="en-US" sz="1600" smtClean="0"/>
              <a:t>일</a:t>
            </a:r>
            <a:endParaRPr lang="ko-KR" altLang="en-US" sz="1600"/>
          </a:p>
        </p:txBody>
      </p:sp>
      <p:sp>
        <p:nvSpPr>
          <p:cNvPr id="17" name="TextBox 16"/>
          <p:cNvSpPr txBox="1"/>
          <p:nvPr/>
        </p:nvSpPr>
        <p:spPr>
          <a:xfrm>
            <a:off x="3275856" y="1700808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/>
              <a:t>(</a:t>
            </a:r>
            <a:r>
              <a:rPr lang="ko-KR" altLang="en-US" sz="1400" smtClean="0"/>
              <a:t>가장 빠른 날짜의 일기 내용</a:t>
            </a:r>
            <a:r>
              <a:rPr lang="en-US" altLang="ko-KR" sz="1400" smtClean="0"/>
              <a:t>)</a:t>
            </a:r>
            <a:endParaRPr lang="ko-KR" altLang="en-US" sz="1400"/>
          </a:p>
        </p:txBody>
      </p:sp>
      <p:sp>
        <p:nvSpPr>
          <p:cNvPr id="18" name="TextBox 17"/>
          <p:cNvSpPr txBox="1"/>
          <p:nvPr/>
        </p:nvSpPr>
        <p:spPr>
          <a:xfrm>
            <a:off x="6012160" y="6550223"/>
            <a:ext cx="1612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solidFill>
                  <a:srgbClr val="FF0000"/>
                </a:solidFill>
              </a:rPr>
              <a:t>(</a:t>
            </a:r>
            <a:r>
              <a:rPr lang="ko-KR" altLang="en-US" sz="1400" smtClean="0">
                <a:solidFill>
                  <a:srgbClr val="FF0000"/>
                </a:solidFill>
              </a:rPr>
              <a:t>마크다운 컨텐츠</a:t>
            </a:r>
            <a:r>
              <a:rPr lang="en-US" altLang="ko-KR" sz="1400" smtClean="0">
                <a:solidFill>
                  <a:srgbClr val="FF0000"/>
                </a:solidFill>
              </a:rPr>
              <a:t>)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75656" y="6550223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solidFill>
                  <a:srgbClr val="FF0000"/>
                </a:solidFill>
              </a:rPr>
              <a:t>(</a:t>
            </a:r>
            <a:r>
              <a:rPr lang="ko-KR" altLang="en-US" sz="1400" smtClean="0">
                <a:solidFill>
                  <a:srgbClr val="FF0000"/>
                </a:solidFill>
              </a:rPr>
              <a:t>사이드바</a:t>
            </a:r>
            <a:r>
              <a:rPr lang="en-US" altLang="ko-KR" sz="1400" smtClean="0">
                <a:solidFill>
                  <a:srgbClr val="FF0000"/>
                </a:solidFill>
              </a:rPr>
              <a:t>)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668344" y="0"/>
            <a:ext cx="1475656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lang="en-US" altLang="ko-KR" smtClean="0"/>
          </a:p>
        </p:txBody>
      </p:sp>
      <p:sp>
        <p:nvSpPr>
          <p:cNvPr id="21" name="TextBox 20"/>
          <p:cNvSpPr txBox="1"/>
          <p:nvPr/>
        </p:nvSpPr>
        <p:spPr>
          <a:xfrm>
            <a:off x="7734640" y="6581001"/>
            <a:ext cx="1409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FF0000"/>
                </a:solidFill>
              </a:rPr>
              <a:t>(</a:t>
            </a:r>
            <a:r>
              <a:rPr lang="ko-KR" altLang="en-US" sz="1200" smtClean="0">
                <a:solidFill>
                  <a:srgbClr val="FF0000"/>
                </a:solidFill>
              </a:rPr>
              <a:t>일기의 연도선택</a:t>
            </a:r>
            <a:r>
              <a:rPr lang="en-US" altLang="ko-KR" sz="1200" smtClean="0">
                <a:solidFill>
                  <a:srgbClr val="FF0000"/>
                </a:solidFill>
              </a:rPr>
              <a:t>)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504" y="97143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일기</a:t>
            </a: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79512" y="14034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글</a:t>
            </a: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179512" y="61139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홈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0" y="0"/>
            <a:ext cx="9144000" cy="7173416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3419872" y="2060848"/>
            <a:ext cx="2376264" cy="28803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3635896" y="3068960"/>
            <a:ext cx="1368152" cy="360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mtClean="0">
                <a:solidFill>
                  <a:schemeClr val="tx1"/>
                </a:solidFill>
              </a:rPr>
              <a:t>(id)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635896" y="3573016"/>
            <a:ext cx="1368152" cy="360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mtClean="0">
                <a:solidFill>
                  <a:schemeClr val="tx1"/>
                </a:solidFill>
              </a:rPr>
              <a:t>(pw)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067944" y="4365104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/>
              <a:t>로그인</a:t>
            </a:r>
            <a:endParaRPr lang="ko-KR" altLang="en-US" sz="1200"/>
          </a:p>
        </p:txBody>
      </p:sp>
      <p:sp>
        <p:nvSpPr>
          <p:cNvPr id="30" name="직사각형 29"/>
          <p:cNvSpPr/>
          <p:nvPr/>
        </p:nvSpPr>
        <p:spPr>
          <a:xfrm>
            <a:off x="3563888" y="2276872"/>
            <a:ext cx="1008112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smtClean="0">
                <a:solidFill>
                  <a:schemeClr val="tx1"/>
                </a:solidFill>
              </a:rPr>
              <a:t>로그인하기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9512" y="5877272"/>
            <a:ext cx="2650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C00000"/>
                </a:solidFill>
              </a:rPr>
              <a:t>(</a:t>
            </a:r>
            <a:r>
              <a:rPr lang="ko-KR" altLang="en-US" sz="1200" smtClean="0">
                <a:solidFill>
                  <a:srgbClr val="C00000"/>
                </a:solidFill>
              </a:rPr>
              <a:t>게스트 프로필 영역을 클릭한 경우</a:t>
            </a:r>
            <a:r>
              <a:rPr lang="en-US" altLang="ko-KR" sz="1200" smtClean="0">
                <a:solidFill>
                  <a:srgbClr val="C00000"/>
                </a:solidFill>
              </a:rPr>
              <a:t>)</a:t>
            </a:r>
            <a:endParaRPr lang="ko-KR" altLang="en-US" sz="12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241176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179512" y="6165304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62373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이민혁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627784" y="404664"/>
            <a:ext cx="1005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/>
              <a:t>2026</a:t>
            </a:r>
            <a:r>
              <a:rPr lang="ko-KR" altLang="en-US" sz="2000" smtClean="0"/>
              <a:t>년</a:t>
            </a:r>
            <a:endParaRPr lang="ko-KR" altLang="en-US" sz="2000"/>
          </a:p>
        </p:txBody>
      </p:sp>
      <p:sp>
        <p:nvSpPr>
          <p:cNvPr id="14" name="TextBox 13"/>
          <p:cNvSpPr txBox="1"/>
          <p:nvPr/>
        </p:nvSpPr>
        <p:spPr>
          <a:xfrm>
            <a:off x="2771800" y="836712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2</a:t>
            </a:r>
            <a:r>
              <a:rPr lang="ko-KR" altLang="en-US" smtClean="0"/>
              <a:t>월</a:t>
            </a: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059832" y="1268760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/>
              <a:t>15</a:t>
            </a:r>
            <a:r>
              <a:rPr lang="ko-KR" altLang="en-US" sz="1600" smtClean="0"/>
              <a:t>일</a:t>
            </a:r>
            <a:endParaRPr lang="ko-KR" altLang="en-US" sz="1600"/>
          </a:p>
        </p:txBody>
      </p:sp>
      <p:sp>
        <p:nvSpPr>
          <p:cNvPr id="17" name="TextBox 16"/>
          <p:cNvSpPr txBox="1"/>
          <p:nvPr/>
        </p:nvSpPr>
        <p:spPr>
          <a:xfrm>
            <a:off x="3275856" y="1700808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/>
              <a:t>(</a:t>
            </a:r>
            <a:r>
              <a:rPr lang="ko-KR" altLang="en-US" sz="1400" smtClean="0"/>
              <a:t>가장 빠른 날짜의 일기 내용</a:t>
            </a:r>
            <a:r>
              <a:rPr lang="en-US" altLang="ko-KR" sz="1400" smtClean="0"/>
              <a:t>)</a:t>
            </a:r>
            <a:endParaRPr lang="ko-KR" altLang="en-US" sz="1400"/>
          </a:p>
        </p:txBody>
      </p:sp>
      <p:sp>
        <p:nvSpPr>
          <p:cNvPr id="18" name="TextBox 17"/>
          <p:cNvSpPr txBox="1"/>
          <p:nvPr/>
        </p:nvSpPr>
        <p:spPr>
          <a:xfrm>
            <a:off x="6012160" y="6550223"/>
            <a:ext cx="1612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solidFill>
                  <a:srgbClr val="FF0000"/>
                </a:solidFill>
              </a:rPr>
              <a:t>(</a:t>
            </a:r>
            <a:r>
              <a:rPr lang="ko-KR" altLang="en-US" sz="1400" smtClean="0">
                <a:solidFill>
                  <a:srgbClr val="FF0000"/>
                </a:solidFill>
              </a:rPr>
              <a:t>마크다운 컨텐츠</a:t>
            </a:r>
            <a:r>
              <a:rPr lang="en-US" altLang="ko-KR" sz="1400" smtClean="0">
                <a:solidFill>
                  <a:srgbClr val="FF0000"/>
                </a:solidFill>
              </a:rPr>
              <a:t>)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75656" y="6550223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solidFill>
                  <a:srgbClr val="FF0000"/>
                </a:solidFill>
              </a:rPr>
              <a:t>(</a:t>
            </a:r>
            <a:r>
              <a:rPr lang="ko-KR" altLang="en-US" sz="1400" smtClean="0">
                <a:solidFill>
                  <a:srgbClr val="FF0000"/>
                </a:solidFill>
              </a:rPr>
              <a:t>사이드바</a:t>
            </a:r>
            <a:r>
              <a:rPr lang="en-US" altLang="ko-KR" sz="1400" smtClean="0">
                <a:solidFill>
                  <a:srgbClr val="FF0000"/>
                </a:solidFill>
              </a:rPr>
              <a:t>)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668344" y="0"/>
            <a:ext cx="1475656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lang="en-US" altLang="ko-KR" smtClean="0"/>
          </a:p>
        </p:txBody>
      </p:sp>
      <p:sp>
        <p:nvSpPr>
          <p:cNvPr id="21" name="TextBox 20"/>
          <p:cNvSpPr txBox="1"/>
          <p:nvPr/>
        </p:nvSpPr>
        <p:spPr>
          <a:xfrm>
            <a:off x="7734640" y="6581001"/>
            <a:ext cx="1409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FF0000"/>
                </a:solidFill>
              </a:rPr>
              <a:t>(</a:t>
            </a:r>
            <a:r>
              <a:rPr lang="ko-KR" altLang="en-US" sz="1200" smtClean="0">
                <a:solidFill>
                  <a:srgbClr val="FF0000"/>
                </a:solidFill>
              </a:rPr>
              <a:t>일기의 연도선택</a:t>
            </a:r>
            <a:r>
              <a:rPr lang="en-US" altLang="ko-KR" sz="1200" smtClean="0">
                <a:solidFill>
                  <a:srgbClr val="FF0000"/>
                </a:solidFill>
              </a:rPr>
              <a:t>)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504" y="97143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일기</a:t>
            </a: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79512" y="14034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글</a:t>
            </a: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179512" y="61139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홈</a:t>
            </a:r>
          </a:p>
        </p:txBody>
      </p:sp>
      <p:sp>
        <p:nvSpPr>
          <p:cNvPr id="25" name="타원 24"/>
          <p:cNvSpPr/>
          <p:nvPr/>
        </p:nvSpPr>
        <p:spPr>
          <a:xfrm>
            <a:off x="7164288" y="6021288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+</a:t>
            </a:r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467544" y="5877272"/>
            <a:ext cx="3406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C00000"/>
                </a:solidFill>
              </a:rPr>
              <a:t>(</a:t>
            </a:r>
            <a:r>
              <a:rPr lang="ko-KR" altLang="en-US" sz="1200" smtClean="0">
                <a:solidFill>
                  <a:srgbClr val="C00000"/>
                </a:solidFill>
              </a:rPr>
              <a:t>로그인 했을 때 사용자 이름 또는 </a:t>
            </a:r>
            <a:r>
              <a:rPr lang="en-US" altLang="ko-KR" sz="1200" smtClean="0">
                <a:solidFill>
                  <a:srgbClr val="C00000"/>
                </a:solidFill>
              </a:rPr>
              <a:t>id</a:t>
            </a:r>
            <a:r>
              <a:rPr lang="ko-KR" altLang="en-US" sz="1200" smtClean="0">
                <a:solidFill>
                  <a:srgbClr val="C00000"/>
                </a:solidFill>
              </a:rPr>
              <a:t>가 나타남</a:t>
            </a:r>
            <a:r>
              <a:rPr lang="en-US" altLang="ko-KR" sz="1200" smtClean="0">
                <a:solidFill>
                  <a:srgbClr val="C00000"/>
                </a:solidFill>
              </a:rPr>
              <a:t>)</a:t>
            </a:r>
            <a:endParaRPr lang="ko-KR" altLang="en-US" sz="12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241176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179512" y="6165304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62373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이민혁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627784" y="404664"/>
            <a:ext cx="1005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/>
              <a:t>2026</a:t>
            </a:r>
            <a:r>
              <a:rPr lang="ko-KR" altLang="en-US" sz="2000" smtClean="0"/>
              <a:t>년</a:t>
            </a:r>
            <a:endParaRPr lang="ko-KR" altLang="en-US" sz="2000"/>
          </a:p>
        </p:txBody>
      </p:sp>
      <p:sp>
        <p:nvSpPr>
          <p:cNvPr id="14" name="TextBox 13"/>
          <p:cNvSpPr txBox="1"/>
          <p:nvPr/>
        </p:nvSpPr>
        <p:spPr>
          <a:xfrm>
            <a:off x="2771800" y="836712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2</a:t>
            </a:r>
            <a:r>
              <a:rPr lang="ko-KR" altLang="en-US" smtClean="0"/>
              <a:t>월</a:t>
            </a: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059832" y="1268760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/>
              <a:t>15</a:t>
            </a:r>
            <a:r>
              <a:rPr lang="ko-KR" altLang="en-US" sz="1600" smtClean="0"/>
              <a:t>일</a:t>
            </a:r>
            <a:endParaRPr lang="ko-KR" altLang="en-US" sz="1600"/>
          </a:p>
        </p:txBody>
      </p:sp>
      <p:sp>
        <p:nvSpPr>
          <p:cNvPr id="17" name="TextBox 16"/>
          <p:cNvSpPr txBox="1"/>
          <p:nvPr/>
        </p:nvSpPr>
        <p:spPr>
          <a:xfrm>
            <a:off x="3275856" y="1700808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/>
              <a:t>(</a:t>
            </a:r>
            <a:r>
              <a:rPr lang="ko-KR" altLang="en-US" sz="1400" smtClean="0"/>
              <a:t>가장 빠른 날짜의 일기 내용</a:t>
            </a:r>
            <a:r>
              <a:rPr lang="en-US" altLang="ko-KR" sz="1400" smtClean="0"/>
              <a:t>)</a:t>
            </a:r>
            <a:endParaRPr lang="ko-KR" altLang="en-US" sz="1400"/>
          </a:p>
        </p:txBody>
      </p:sp>
      <p:sp>
        <p:nvSpPr>
          <p:cNvPr id="18" name="TextBox 17"/>
          <p:cNvSpPr txBox="1"/>
          <p:nvPr/>
        </p:nvSpPr>
        <p:spPr>
          <a:xfrm>
            <a:off x="6012160" y="6550223"/>
            <a:ext cx="1612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solidFill>
                  <a:srgbClr val="FF0000"/>
                </a:solidFill>
              </a:rPr>
              <a:t>(</a:t>
            </a:r>
            <a:r>
              <a:rPr lang="ko-KR" altLang="en-US" sz="1400" smtClean="0">
                <a:solidFill>
                  <a:srgbClr val="FF0000"/>
                </a:solidFill>
              </a:rPr>
              <a:t>마크다운 컨텐츠</a:t>
            </a:r>
            <a:r>
              <a:rPr lang="en-US" altLang="ko-KR" sz="1400" smtClean="0">
                <a:solidFill>
                  <a:srgbClr val="FF0000"/>
                </a:solidFill>
              </a:rPr>
              <a:t>)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75656" y="6550223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solidFill>
                  <a:srgbClr val="FF0000"/>
                </a:solidFill>
              </a:rPr>
              <a:t>(</a:t>
            </a:r>
            <a:r>
              <a:rPr lang="ko-KR" altLang="en-US" sz="1400" smtClean="0">
                <a:solidFill>
                  <a:srgbClr val="FF0000"/>
                </a:solidFill>
              </a:rPr>
              <a:t>사이드바</a:t>
            </a:r>
            <a:r>
              <a:rPr lang="en-US" altLang="ko-KR" sz="1400" smtClean="0">
                <a:solidFill>
                  <a:srgbClr val="FF0000"/>
                </a:solidFill>
              </a:rPr>
              <a:t>)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668344" y="0"/>
            <a:ext cx="1475656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lang="en-US" altLang="ko-KR" smtClean="0"/>
          </a:p>
        </p:txBody>
      </p:sp>
      <p:sp>
        <p:nvSpPr>
          <p:cNvPr id="21" name="TextBox 20"/>
          <p:cNvSpPr txBox="1"/>
          <p:nvPr/>
        </p:nvSpPr>
        <p:spPr>
          <a:xfrm>
            <a:off x="7734640" y="6581001"/>
            <a:ext cx="1409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FF0000"/>
                </a:solidFill>
              </a:rPr>
              <a:t>(</a:t>
            </a:r>
            <a:r>
              <a:rPr lang="ko-KR" altLang="en-US" sz="1200" smtClean="0">
                <a:solidFill>
                  <a:srgbClr val="FF0000"/>
                </a:solidFill>
              </a:rPr>
              <a:t>일기의 연도선택</a:t>
            </a:r>
            <a:r>
              <a:rPr lang="en-US" altLang="ko-KR" sz="1200" smtClean="0">
                <a:solidFill>
                  <a:srgbClr val="FF0000"/>
                </a:solidFill>
              </a:rPr>
              <a:t>)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504" y="97143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일기</a:t>
            </a: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79512" y="14034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글</a:t>
            </a: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179512" y="61139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홈</a:t>
            </a:r>
          </a:p>
        </p:txBody>
      </p:sp>
      <p:sp>
        <p:nvSpPr>
          <p:cNvPr id="25" name="타원 24"/>
          <p:cNvSpPr/>
          <p:nvPr/>
        </p:nvSpPr>
        <p:spPr>
          <a:xfrm>
            <a:off x="7164288" y="6021288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+</a:t>
            </a:r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467544" y="5877272"/>
            <a:ext cx="3406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C00000"/>
                </a:solidFill>
              </a:rPr>
              <a:t>(</a:t>
            </a:r>
            <a:r>
              <a:rPr lang="ko-KR" altLang="en-US" sz="1200" smtClean="0">
                <a:solidFill>
                  <a:srgbClr val="C00000"/>
                </a:solidFill>
              </a:rPr>
              <a:t>로그인 했을 때 사용자 이름 또는 </a:t>
            </a:r>
            <a:r>
              <a:rPr lang="en-US" altLang="ko-KR" sz="1200" smtClean="0">
                <a:solidFill>
                  <a:srgbClr val="C00000"/>
                </a:solidFill>
              </a:rPr>
              <a:t>id</a:t>
            </a:r>
            <a:r>
              <a:rPr lang="ko-KR" altLang="en-US" sz="1200" smtClean="0">
                <a:solidFill>
                  <a:srgbClr val="C00000"/>
                </a:solidFill>
              </a:rPr>
              <a:t>가 나타남</a:t>
            </a:r>
            <a:r>
              <a:rPr lang="en-US" altLang="ko-KR" sz="1200" smtClean="0">
                <a:solidFill>
                  <a:srgbClr val="C00000"/>
                </a:solidFill>
              </a:rPr>
              <a:t>)</a:t>
            </a:r>
            <a:endParaRPr lang="ko-KR" altLang="en-US" sz="1200">
              <a:solidFill>
                <a:srgbClr val="C00000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-315416"/>
            <a:ext cx="9144000" cy="7173416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1259632" y="692696"/>
            <a:ext cx="6624736" cy="52565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1547664" y="1340768"/>
            <a:ext cx="3384376" cy="360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mtClean="0">
                <a:solidFill>
                  <a:schemeClr val="tx1"/>
                </a:solidFill>
              </a:rPr>
              <a:t>(</a:t>
            </a:r>
            <a:r>
              <a:rPr lang="ko-KR" altLang="en-US" sz="1200" smtClean="0">
                <a:solidFill>
                  <a:schemeClr val="tx1"/>
                </a:solidFill>
              </a:rPr>
              <a:t>제목</a:t>
            </a:r>
            <a:r>
              <a:rPr lang="en-US" altLang="ko-KR" sz="1200" smtClean="0">
                <a:solidFill>
                  <a:schemeClr val="tx1"/>
                </a:solidFill>
              </a:rPr>
              <a:t> </a:t>
            </a:r>
            <a:r>
              <a:rPr lang="en-US" altLang="ko-KR" sz="1200" smtClean="0">
                <a:solidFill>
                  <a:schemeClr val="tx1"/>
                </a:solidFill>
              </a:rPr>
              <a:t>– </a:t>
            </a:r>
            <a:r>
              <a:rPr lang="ko-KR" altLang="en-US" sz="1200" smtClean="0">
                <a:solidFill>
                  <a:schemeClr val="tx1"/>
                </a:solidFill>
              </a:rPr>
              <a:t>입력하지 않으면 날짜와 같이 입력</a:t>
            </a:r>
            <a:r>
              <a:rPr lang="en-US" altLang="ko-KR" sz="1200" smtClean="0">
                <a:solidFill>
                  <a:schemeClr val="tx1"/>
                </a:solidFill>
              </a:rPr>
              <a:t>)</a:t>
            </a:r>
            <a:r>
              <a:rPr lang="ko-KR" altLang="en-US" sz="1200" smtClean="0">
                <a:solidFill>
                  <a:schemeClr val="tx1"/>
                </a:solidFill>
              </a:rPr>
              <a:t> 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547664" y="1844824"/>
            <a:ext cx="3384376" cy="360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mtClean="0">
                <a:solidFill>
                  <a:schemeClr val="tx1"/>
                </a:solidFill>
              </a:rPr>
              <a:t>(</a:t>
            </a:r>
            <a:r>
              <a:rPr lang="ko-KR" altLang="en-US" sz="1200" smtClean="0">
                <a:solidFill>
                  <a:schemeClr val="tx1"/>
                </a:solidFill>
              </a:rPr>
              <a:t>날짜 선택창</a:t>
            </a:r>
            <a:r>
              <a:rPr lang="en-US" altLang="ko-KR" sz="1200" smtClean="0">
                <a:solidFill>
                  <a:schemeClr val="tx1"/>
                </a:solidFill>
              </a:rPr>
              <a:t>)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6588224" y="5373216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/>
              <a:t>입력</a:t>
            </a:r>
            <a:endParaRPr lang="ko-KR" altLang="en-US" sz="1200"/>
          </a:p>
        </p:txBody>
      </p:sp>
      <p:sp>
        <p:nvSpPr>
          <p:cNvPr id="32" name="직사각형 31"/>
          <p:cNvSpPr/>
          <p:nvPr/>
        </p:nvSpPr>
        <p:spPr>
          <a:xfrm>
            <a:off x="1475656" y="908720"/>
            <a:ext cx="1008112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smtClean="0">
                <a:solidFill>
                  <a:schemeClr val="tx1"/>
                </a:solidFill>
              </a:rPr>
              <a:t>일기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547664" y="2348880"/>
            <a:ext cx="6048672" cy="2808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mtClean="0">
                <a:solidFill>
                  <a:schemeClr val="tx1"/>
                </a:solidFill>
              </a:rPr>
              <a:t>(</a:t>
            </a:r>
            <a:r>
              <a:rPr lang="ko-KR" altLang="en-US" sz="1200" smtClean="0">
                <a:solidFill>
                  <a:schemeClr val="tx1"/>
                </a:solidFill>
              </a:rPr>
              <a:t>내용</a:t>
            </a:r>
            <a:r>
              <a:rPr lang="en-US" altLang="ko-KR" sz="1200" smtClean="0">
                <a:solidFill>
                  <a:schemeClr val="tx1"/>
                </a:solidFill>
              </a:rPr>
              <a:t>)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547664" y="5445224"/>
            <a:ext cx="288032" cy="266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smtClean="0">
                <a:solidFill>
                  <a:schemeClr val="tx1"/>
                </a:solidFill>
              </a:rPr>
              <a:t>V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835696" y="5445224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/>
              <a:t>외부에 공개</a:t>
            </a:r>
            <a:endParaRPr lang="ko-KR" alt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241176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179512" y="6165304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62373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이민혁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7504" y="97143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/>
              <a:t>일기</a:t>
            </a:r>
            <a:endParaRPr lang="ko-KR" altLang="en-US" b="1"/>
          </a:p>
        </p:txBody>
      </p:sp>
      <p:sp>
        <p:nvSpPr>
          <p:cNvPr id="8" name="TextBox 7"/>
          <p:cNvSpPr txBox="1"/>
          <p:nvPr/>
        </p:nvSpPr>
        <p:spPr>
          <a:xfrm>
            <a:off x="179512" y="14034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글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627784" y="404664"/>
            <a:ext cx="1005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/>
              <a:t>2026</a:t>
            </a:r>
            <a:r>
              <a:rPr lang="ko-KR" altLang="en-US" sz="2000" smtClean="0"/>
              <a:t>년</a:t>
            </a:r>
            <a:endParaRPr lang="ko-KR" altLang="en-US" sz="2000"/>
          </a:p>
        </p:txBody>
      </p:sp>
      <p:sp>
        <p:nvSpPr>
          <p:cNvPr id="10" name="TextBox 9"/>
          <p:cNvSpPr txBox="1"/>
          <p:nvPr/>
        </p:nvSpPr>
        <p:spPr>
          <a:xfrm>
            <a:off x="2843808" y="836712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1</a:t>
            </a:r>
            <a:r>
              <a:rPr lang="ko-KR" altLang="en-US" smtClean="0"/>
              <a:t>월</a:t>
            </a: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59832" y="1196752"/>
            <a:ext cx="5036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/>
              <a:t>4</a:t>
            </a:r>
            <a:r>
              <a:rPr lang="ko-KR" altLang="en-US" sz="1600" smtClean="0"/>
              <a:t>일</a:t>
            </a:r>
            <a:endParaRPr lang="ko-KR" altLang="en-US" sz="1600"/>
          </a:p>
        </p:txBody>
      </p:sp>
      <p:sp>
        <p:nvSpPr>
          <p:cNvPr id="12" name="TextBox 11"/>
          <p:cNvSpPr txBox="1"/>
          <p:nvPr/>
        </p:nvSpPr>
        <p:spPr>
          <a:xfrm>
            <a:off x="3059832" y="2060848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/>
              <a:t>12</a:t>
            </a:r>
            <a:r>
              <a:rPr lang="ko-KR" altLang="en-US" sz="1600" smtClean="0"/>
              <a:t>일</a:t>
            </a:r>
            <a:endParaRPr lang="ko-KR" altLang="en-US" sz="1600"/>
          </a:p>
        </p:txBody>
      </p:sp>
      <p:sp>
        <p:nvSpPr>
          <p:cNvPr id="13" name="TextBox 12"/>
          <p:cNvSpPr txBox="1"/>
          <p:nvPr/>
        </p:nvSpPr>
        <p:spPr>
          <a:xfrm>
            <a:off x="3275856" y="1628800"/>
            <a:ext cx="3728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새해 소원을 빌었는데 잘 이뤄질지 모르겠다</a:t>
            </a:r>
            <a:endParaRPr lang="ko-KR" altLang="en-US" sz="1400"/>
          </a:p>
        </p:txBody>
      </p:sp>
      <p:sp>
        <p:nvSpPr>
          <p:cNvPr id="14" name="TextBox 13"/>
          <p:cNvSpPr txBox="1"/>
          <p:nvPr/>
        </p:nvSpPr>
        <p:spPr>
          <a:xfrm>
            <a:off x="2771800" y="3212976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2</a:t>
            </a:r>
            <a:r>
              <a:rPr lang="ko-KR" altLang="en-US" smtClean="0"/>
              <a:t>월</a:t>
            </a: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3275856" y="2420888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늦잠을 잤다</a:t>
            </a:r>
            <a:endParaRPr lang="ko-KR" altLang="en-US" sz="1400"/>
          </a:p>
        </p:txBody>
      </p:sp>
      <p:sp>
        <p:nvSpPr>
          <p:cNvPr id="16" name="TextBox 15"/>
          <p:cNvSpPr txBox="1"/>
          <p:nvPr/>
        </p:nvSpPr>
        <p:spPr>
          <a:xfrm>
            <a:off x="3059832" y="3645024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/>
              <a:t>15</a:t>
            </a:r>
            <a:r>
              <a:rPr lang="ko-KR" altLang="en-US" sz="1600" smtClean="0"/>
              <a:t>일</a:t>
            </a:r>
            <a:endParaRPr lang="ko-KR" altLang="en-US" sz="1600"/>
          </a:p>
        </p:txBody>
      </p:sp>
      <p:sp>
        <p:nvSpPr>
          <p:cNvPr id="17" name="TextBox 16"/>
          <p:cNvSpPr txBox="1"/>
          <p:nvPr/>
        </p:nvSpPr>
        <p:spPr>
          <a:xfrm>
            <a:off x="3275856" y="4077072"/>
            <a:ext cx="3611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회사에서 일어나고 있는 일이 별로 마음에 </a:t>
            </a: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ko-KR" altLang="en-US" sz="1400" smtClean="0"/>
              <a:t>들지 않는다</a:t>
            </a:r>
            <a:endParaRPr lang="ko-KR" altLang="en-US" sz="1400"/>
          </a:p>
        </p:txBody>
      </p:sp>
      <p:sp>
        <p:nvSpPr>
          <p:cNvPr id="18" name="TextBox 17"/>
          <p:cNvSpPr txBox="1"/>
          <p:nvPr/>
        </p:nvSpPr>
        <p:spPr>
          <a:xfrm>
            <a:off x="6012160" y="6550223"/>
            <a:ext cx="1612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solidFill>
                  <a:srgbClr val="FF0000"/>
                </a:solidFill>
              </a:rPr>
              <a:t>(</a:t>
            </a:r>
            <a:r>
              <a:rPr lang="ko-KR" altLang="en-US" sz="1400" smtClean="0">
                <a:solidFill>
                  <a:srgbClr val="FF0000"/>
                </a:solidFill>
              </a:rPr>
              <a:t>마크다운 컨텐츠</a:t>
            </a:r>
            <a:r>
              <a:rPr lang="en-US" altLang="ko-KR" sz="1400" smtClean="0">
                <a:solidFill>
                  <a:srgbClr val="FF0000"/>
                </a:solidFill>
              </a:rPr>
              <a:t>)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75656" y="6550223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solidFill>
                  <a:srgbClr val="FF0000"/>
                </a:solidFill>
              </a:rPr>
              <a:t>(</a:t>
            </a:r>
            <a:r>
              <a:rPr lang="ko-KR" altLang="en-US" sz="1400" smtClean="0">
                <a:solidFill>
                  <a:srgbClr val="FF0000"/>
                </a:solidFill>
              </a:rPr>
              <a:t>사이드바</a:t>
            </a:r>
            <a:r>
              <a:rPr lang="en-US" altLang="ko-KR" sz="1400" smtClean="0">
                <a:solidFill>
                  <a:srgbClr val="FF0000"/>
                </a:solidFill>
              </a:rPr>
              <a:t>)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668344" y="0"/>
            <a:ext cx="1475656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lang="en-US" altLang="ko-KR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en-US" altLang="ko-KR" smtClean="0"/>
          </a:p>
          <a:p>
            <a:r>
              <a:rPr lang="en-US" altLang="ko-KR" smtClean="0"/>
              <a:t>2026</a:t>
            </a:r>
            <a:r>
              <a:rPr lang="ko-KR" altLang="en-US" smtClean="0"/>
              <a:t>년</a:t>
            </a:r>
            <a:endParaRPr lang="en-US" altLang="ko-KR" smtClean="0"/>
          </a:p>
          <a:p>
            <a:endParaRPr lang="en-US" altLang="ko-KR" smtClean="0"/>
          </a:p>
          <a:p>
            <a:r>
              <a:rPr lang="en-US" altLang="ko-KR" smtClean="0"/>
              <a:t>2025</a:t>
            </a:r>
            <a:r>
              <a:rPr lang="ko-KR" altLang="en-US" smtClean="0"/>
              <a:t>년</a:t>
            </a:r>
            <a:endParaRPr lang="en-US" altLang="ko-KR" smtClean="0"/>
          </a:p>
          <a:p>
            <a:endParaRPr lang="en-US" altLang="ko-KR" smtClean="0"/>
          </a:p>
          <a:p>
            <a:r>
              <a:rPr lang="en-US" altLang="ko-KR" smtClean="0"/>
              <a:t>2024</a:t>
            </a:r>
            <a:r>
              <a:rPr lang="ko-KR" altLang="en-US" smtClean="0"/>
              <a:t>년</a:t>
            </a:r>
            <a:endParaRPr lang="en-US" altLang="ko-KR" smtClean="0"/>
          </a:p>
        </p:txBody>
      </p:sp>
      <p:sp>
        <p:nvSpPr>
          <p:cNvPr id="21" name="TextBox 20"/>
          <p:cNvSpPr txBox="1"/>
          <p:nvPr/>
        </p:nvSpPr>
        <p:spPr>
          <a:xfrm>
            <a:off x="7734640" y="6581001"/>
            <a:ext cx="1409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FF0000"/>
                </a:solidFill>
              </a:rPr>
              <a:t>(</a:t>
            </a:r>
            <a:r>
              <a:rPr lang="ko-KR" altLang="en-US" sz="1200" smtClean="0">
                <a:solidFill>
                  <a:srgbClr val="FF0000"/>
                </a:solidFill>
              </a:rPr>
              <a:t>일기의 연도선택</a:t>
            </a:r>
            <a:r>
              <a:rPr lang="en-US" altLang="ko-KR" sz="1200" smtClean="0">
                <a:solidFill>
                  <a:srgbClr val="FF0000"/>
                </a:solidFill>
              </a:rPr>
              <a:t>)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9512" y="61139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홈</a:t>
            </a:r>
          </a:p>
        </p:txBody>
      </p:sp>
      <p:sp>
        <p:nvSpPr>
          <p:cNvPr id="22" name="타원 21"/>
          <p:cNvSpPr/>
          <p:nvPr/>
        </p:nvSpPr>
        <p:spPr>
          <a:xfrm>
            <a:off x="7164288" y="6021288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+</a:t>
            </a: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241176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179512" y="6165304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62373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이민혁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7504" y="97143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일기</a:t>
            </a: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79512" y="14034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/>
              <a:t>글</a:t>
            </a:r>
            <a:endParaRPr lang="ko-KR" altLang="en-US" b="1"/>
          </a:p>
        </p:txBody>
      </p:sp>
      <p:sp>
        <p:nvSpPr>
          <p:cNvPr id="9" name="TextBox 8"/>
          <p:cNvSpPr txBox="1"/>
          <p:nvPr/>
        </p:nvSpPr>
        <p:spPr>
          <a:xfrm>
            <a:off x="2627784" y="40466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mtClean="0"/>
              <a:t>제목</a:t>
            </a:r>
            <a:endParaRPr lang="ko-KR" altLang="en-US" sz="2000"/>
          </a:p>
        </p:txBody>
      </p:sp>
      <p:sp>
        <p:nvSpPr>
          <p:cNvPr id="10" name="TextBox 9"/>
          <p:cNvSpPr txBox="1"/>
          <p:nvPr/>
        </p:nvSpPr>
        <p:spPr>
          <a:xfrm>
            <a:off x="2843808" y="83671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내용</a:t>
            </a: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012160" y="6550223"/>
            <a:ext cx="1612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solidFill>
                  <a:srgbClr val="FF0000"/>
                </a:solidFill>
              </a:rPr>
              <a:t>(</a:t>
            </a:r>
            <a:r>
              <a:rPr lang="ko-KR" altLang="en-US" sz="1400" smtClean="0">
                <a:solidFill>
                  <a:srgbClr val="FF0000"/>
                </a:solidFill>
              </a:rPr>
              <a:t>마크다운 컨텐츠</a:t>
            </a:r>
            <a:r>
              <a:rPr lang="en-US" altLang="ko-KR" sz="1400" smtClean="0">
                <a:solidFill>
                  <a:srgbClr val="FF0000"/>
                </a:solidFill>
              </a:rPr>
              <a:t>)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75656" y="6550223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solidFill>
                  <a:srgbClr val="FF0000"/>
                </a:solidFill>
              </a:rPr>
              <a:t>(</a:t>
            </a:r>
            <a:r>
              <a:rPr lang="ko-KR" altLang="en-US" sz="1400" smtClean="0">
                <a:solidFill>
                  <a:srgbClr val="FF0000"/>
                </a:solidFill>
              </a:rPr>
              <a:t>사이드바</a:t>
            </a:r>
            <a:r>
              <a:rPr lang="en-US" altLang="ko-KR" sz="1400" smtClean="0">
                <a:solidFill>
                  <a:srgbClr val="FF0000"/>
                </a:solidFill>
              </a:rPr>
              <a:t>)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668344" y="0"/>
            <a:ext cx="1475656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lang="en-US" altLang="ko-KR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독후감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시승기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기타</a:t>
            </a:r>
            <a:endParaRPr lang="en-US" altLang="ko-KR" smtClean="0"/>
          </a:p>
        </p:txBody>
      </p:sp>
      <p:sp>
        <p:nvSpPr>
          <p:cNvPr id="21" name="TextBox 20"/>
          <p:cNvSpPr txBox="1"/>
          <p:nvPr/>
        </p:nvSpPr>
        <p:spPr>
          <a:xfrm>
            <a:off x="7734640" y="6309320"/>
            <a:ext cx="1471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FF0000"/>
                </a:solidFill>
              </a:rPr>
              <a:t>(</a:t>
            </a:r>
            <a:r>
              <a:rPr lang="ko-KR" altLang="en-US" sz="1200" smtClean="0">
                <a:solidFill>
                  <a:srgbClr val="FF0000"/>
                </a:solidFill>
              </a:rPr>
              <a:t>다른 글 카테고리 </a:t>
            </a:r>
            <a:r>
              <a:rPr lang="en-US" altLang="ko-KR" sz="1200" smtClean="0">
                <a:solidFill>
                  <a:srgbClr val="FF0000"/>
                </a:solidFill>
              </a:rPr>
              <a:t/>
            </a:r>
            <a:br>
              <a:rPr lang="en-US" altLang="ko-KR" sz="1200" smtClean="0">
                <a:solidFill>
                  <a:srgbClr val="FF0000"/>
                </a:solidFill>
              </a:rPr>
            </a:br>
            <a:r>
              <a:rPr lang="ko-KR" altLang="en-US" sz="1200" smtClean="0">
                <a:solidFill>
                  <a:srgbClr val="FF0000"/>
                </a:solidFill>
              </a:rPr>
              <a:t>선택</a:t>
            </a:r>
            <a:r>
              <a:rPr lang="en-US" altLang="ko-KR" sz="1200" smtClean="0">
                <a:solidFill>
                  <a:srgbClr val="FF0000"/>
                </a:solidFill>
              </a:rPr>
              <a:t>)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9512" y="61139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홈</a:t>
            </a:r>
          </a:p>
        </p:txBody>
      </p:sp>
      <p:sp>
        <p:nvSpPr>
          <p:cNvPr id="14" name="타원 13"/>
          <p:cNvSpPr/>
          <p:nvPr/>
        </p:nvSpPr>
        <p:spPr>
          <a:xfrm>
            <a:off x="7164288" y="6021288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+</a:t>
            </a: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2960</TotalTime>
  <Words>408</Words>
  <Application>Microsoft Office PowerPoint</Application>
  <PresentationFormat>화면 슬라이드 쇼(4:3)</PresentationFormat>
  <Paragraphs>119</Paragraphs>
  <Slides>6</Slides>
  <Notes>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이민혁</dc:creator>
  <cp:lastModifiedBy>이민혁</cp:lastModifiedBy>
  <cp:revision>68</cp:revision>
  <dcterms:created xsi:type="dcterms:W3CDTF">2026-04-17T11:29:28Z</dcterms:created>
  <dcterms:modified xsi:type="dcterms:W3CDTF">2026-05-10T09:34:52Z</dcterms:modified>
</cp:coreProperties>
</file>