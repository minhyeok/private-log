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-595" y="-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82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B2C064-4715-42BE-8447-58F43F0E67E0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09E1A-CE74-4C2A-A20D-C7CAF9A7E1D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사이트 진입 최초 화면</a:t>
            </a:r>
            <a:r>
              <a:rPr lang="en-US" altLang="ko-KR" smtClean="0"/>
              <a:t>. ‘</a:t>
            </a:r>
            <a:r>
              <a:rPr lang="ko-KR" altLang="en-US" smtClean="0"/>
              <a:t>홈</a:t>
            </a:r>
            <a:r>
              <a:rPr lang="en-US" altLang="ko-KR" smtClean="0"/>
              <a:t>’</a:t>
            </a:r>
            <a:r>
              <a:rPr lang="ko-KR" altLang="en-US" smtClean="0"/>
              <a:t>을 누른 것과 같이 표현한다</a:t>
            </a:r>
            <a:r>
              <a:rPr lang="en-US" altLang="ko-KR" smtClean="0"/>
              <a:t>. </a:t>
            </a:r>
            <a:r>
              <a:rPr lang="ko-KR" altLang="en-US" smtClean="0"/>
              <a:t>가운데에 나타나는 것은 가장 빠른 날짜의 일기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좌측 일기 탭을 눌렀을 때 화면</a:t>
            </a:r>
            <a:r>
              <a:rPr lang="en-US" altLang="ko-KR" smtClean="0"/>
              <a:t>. </a:t>
            </a:r>
            <a:r>
              <a:rPr lang="ko-KR" altLang="en-US" smtClean="0"/>
              <a:t>가장 빠른 연도의 일기들이 표시 되게 하며</a:t>
            </a:r>
            <a:r>
              <a:rPr lang="en-US" altLang="ko-KR" smtClean="0"/>
              <a:t>, </a:t>
            </a:r>
            <a:r>
              <a:rPr lang="ko-KR" altLang="en-US" smtClean="0"/>
              <a:t>우측에서 연도별 일기를 선택할 수 있게 한다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2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좌측 일기 탭을 눌렀을 때 화면</a:t>
            </a:r>
            <a:r>
              <a:rPr lang="en-US" altLang="ko-KR" smtClean="0"/>
              <a:t>. </a:t>
            </a:r>
            <a:r>
              <a:rPr lang="ko-KR" altLang="en-US" smtClean="0"/>
              <a:t>가장 빠른 연도의 일기들이 표시 되게 하며</a:t>
            </a:r>
            <a:r>
              <a:rPr lang="en-US" altLang="ko-KR" smtClean="0"/>
              <a:t>, </a:t>
            </a:r>
            <a:r>
              <a:rPr lang="ko-KR" altLang="en-US" smtClean="0"/>
              <a:t>우측에서 연도별 일기를 선택할 수 </a:t>
            </a:r>
            <a:r>
              <a:rPr lang="ko-KR" altLang="en-US" smtClean="0"/>
              <a:t>있게 </a:t>
            </a:r>
            <a:r>
              <a:rPr lang="ko-KR" altLang="en-US" smtClean="0"/>
              <a:t>한다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C809E1A-CE74-4C2A-A20D-C7CAF9A7E1D0}" type="slidenum">
              <a:rPr lang="ko-KR" altLang="en-US" smtClean="0"/>
              <a:pPr/>
              <a:t>3</a:t>
            </a:fld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CE5CC-EAE8-48BE-852D-E6A066A35CB1}" type="datetimeFigureOut">
              <a:rPr lang="ko-KR" altLang="en-US" smtClean="0"/>
              <a:pPr/>
              <a:t>2026-04-20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B21EC4-E6F2-45A2-84B4-F6FB1E58217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4" name="TextBox 13"/>
          <p:cNvSpPr txBox="1"/>
          <p:nvPr/>
        </p:nvSpPr>
        <p:spPr>
          <a:xfrm>
            <a:off x="2771800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3059832" y="1268760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1700808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/>
              <a:t>(</a:t>
            </a:r>
            <a:r>
              <a:rPr lang="ko-KR" altLang="en-US" sz="1400" smtClean="0"/>
              <a:t>가장 빠른 날짜의 일기 내용</a:t>
            </a:r>
            <a:r>
              <a:rPr lang="en-US" altLang="ko-KR" sz="1400" smtClean="0"/>
              <a:t>)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/>
              <a:t>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smtClean="0"/>
              <a:t>일기</a:t>
            </a:r>
            <a:endParaRPr lang="ko-KR" altLang="en-US" b="1"/>
          </a:p>
        </p:txBody>
      </p:sp>
      <p:sp>
        <p:nvSpPr>
          <p:cNvPr id="8" name="TextBox 7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글</a:t>
            </a:r>
            <a:endParaRPr lang="ko-KR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10054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smtClean="0"/>
              <a:t>2026</a:t>
            </a:r>
            <a:r>
              <a:rPr lang="ko-KR" altLang="en-US" sz="2000" smtClean="0"/>
              <a:t>년</a:t>
            </a:r>
            <a:endParaRPr lang="ko-KR" altLang="en-US" sz="2000"/>
          </a:p>
        </p:txBody>
      </p:sp>
      <p:sp>
        <p:nvSpPr>
          <p:cNvPr id="10" name="TextBox 9"/>
          <p:cNvSpPr txBox="1"/>
          <p:nvPr/>
        </p:nvSpPr>
        <p:spPr>
          <a:xfrm>
            <a:off x="2843808" y="836712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1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3059832" y="1196752"/>
            <a:ext cx="5036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4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2" name="TextBox 11"/>
          <p:cNvSpPr txBox="1"/>
          <p:nvPr/>
        </p:nvSpPr>
        <p:spPr>
          <a:xfrm>
            <a:off x="3059832" y="2060848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12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3" name="TextBox 12"/>
          <p:cNvSpPr txBox="1"/>
          <p:nvPr/>
        </p:nvSpPr>
        <p:spPr>
          <a:xfrm>
            <a:off x="3275856" y="1628800"/>
            <a:ext cx="37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새해 소원을 빌었는데 잘 이뤄질지 모르겠다</a:t>
            </a:r>
            <a:endParaRPr lang="ko-KR" altLang="en-US" sz="1400"/>
          </a:p>
        </p:txBody>
      </p:sp>
      <p:sp>
        <p:nvSpPr>
          <p:cNvPr id="14" name="TextBox 13"/>
          <p:cNvSpPr txBox="1"/>
          <p:nvPr/>
        </p:nvSpPr>
        <p:spPr>
          <a:xfrm>
            <a:off x="2771800" y="3212976"/>
            <a:ext cx="54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mtClean="0"/>
              <a:t>2</a:t>
            </a:r>
            <a:r>
              <a:rPr lang="ko-KR" altLang="en-US" smtClean="0"/>
              <a:t>월</a:t>
            </a:r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3275856" y="2420888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늦잠을 잤다</a:t>
            </a:r>
            <a:endParaRPr lang="ko-KR" altLang="en-US" sz="1400"/>
          </a:p>
        </p:txBody>
      </p:sp>
      <p:sp>
        <p:nvSpPr>
          <p:cNvPr id="16" name="TextBox 15"/>
          <p:cNvSpPr txBox="1"/>
          <p:nvPr/>
        </p:nvSpPr>
        <p:spPr>
          <a:xfrm>
            <a:off x="3059832" y="3645024"/>
            <a:ext cx="6174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smtClean="0"/>
              <a:t>15</a:t>
            </a:r>
            <a:r>
              <a:rPr lang="ko-KR" altLang="en-US" sz="1600" smtClean="0"/>
              <a:t>일</a:t>
            </a:r>
            <a:endParaRPr lang="ko-KR" altLang="en-US" sz="1600"/>
          </a:p>
        </p:txBody>
      </p:sp>
      <p:sp>
        <p:nvSpPr>
          <p:cNvPr id="17" name="TextBox 16"/>
          <p:cNvSpPr txBox="1"/>
          <p:nvPr/>
        </p:nvSpPr>
        <p:spPr>
          <a:xfrm>
            <a:off x="3275856" y="4077072"/>
            <a:ext cx="36118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smtClean="0"/>
              <a:t>회사에서 일어나고 있는 일이 별로 마음에 </a:t>
            </a:r>
            <a:r>
              <a:rPr lang="en-US" altLang="ko-KR" sz="1400" smtClean="0"/>
              <a:t/>
            </a:r>
            <a:br>
              <a:rPr lang="en-US" altLang="ko-KR" sz="1400" smtClean="0"/>
            </a:br>
            <a:r>
              <a:rPr lang="ko-KR" altLang="en-US" sz="1400" smtClean="0"/>
              <a:t>들지 않는다</a:t>
            </a:r>
            <a:endParaRPr lang="ko-KR" altLang="en-US" sz="1400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  <a:p>
            <a:r>
              <a:rPr lang="en-US" altLang="ko-KR" smtClean="0"/>
              <a:t>2026</a:t>
            </a:r>
            <a:r>
              <a:rPr lang="ko-KR" altLang="en-US" smtClean="0"/>
              <a:t>년</a:t>
            </a:r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2025</a:t>
            </a:r>
            <a:r>
              <a:rPr lang="ko-KR" altLang="en-US" smtClean="0"/>
              <a:t>년</a:t>
            </a:r>
            <a:endParaRPr lang="en-US" altLang="ko-KR" smtClean="0"/>
          </a:p>
          <a:p>
            <a:endParaRPr lang="en-US" altLang="ko-KR" smtClean="0"/>
          </a:p>
          <a:p>
            <a:r>
              <a:rPr lang="en-US" altLang="ko-KR" smtClean="0"/>
              <a:t>2024</a:t>
            </a:r>
            <a:r>
              <a:rPr lang="ko-KR" altLang="en-US" smtClean="0"/>
              <a:t>년</a:t>
            </a:r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2411760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179512" y="6165304"/>
            <a:ext cx="504056" cy="50405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755576" y="623731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이민혁</a:t>
            </a:r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07504" y="97143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일기</a:t>
            </a: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79512" y="140348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smtClean="0"/>
              <a:t>글</a:t>
            </a:r>
            <a:endParaRPr lang="ko-KR" altLang="en-US" b="1"/>
          </a:p>
        </p:txBody>
      </p:sp>
      <p:sp>
        <p:nvSpPr>
          <p:cNvPr id="9" name="TextBox 8"/>
          <p:cNvSpPr txBox="1"/>
          <p:nvPr/>
        </p:nvSpPr>
        <p:spPr>
          <a:xfrm>
            <a:off x="2627784" y="40466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smtClean="0"/>
              <a:t>제목</a:t>
            </a:r>
            <a:endParaRPr lang="ko-KR" altLang="en-US" sz="2000"/>
          </a:p>
        </p:txBody>
      </p:sp>
      <p:sp>
        <p:nvSpPr>
          <p:cNvPr id="10" name="TextBox 9"/>
          <p:cNvSpPr txBox="1"/>
          <p:nvPr/>
        </p:nvSpPr>
        <p:spPr>
          <a:xfrm>
            <a:off x="2843808" y="8367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내용</a:t>
            </a:r>
            <a:endParaRPr lang="ko-KR" altLang="en-US"/>
          </a:p>
        </p:txBody>
      </p:sp>
      <p:sp>
        <p:nvSpPr>
          <p:cNvPr id="18" name="TextBox 17"/>
          <p:cNvSpPr txBox="1"/>
          <p:nvPr/>
        </p:nvSpPr>
        <p:spPr>
          <a:xfrm>
            <a:off x="6012160" y="6550223"/>
            <a:ext cx="1612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마크다운 컨텐츠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75656" y="6550223"/>
            <a:ext cx="10118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smtClean="0">
                <a:solidFill>
                  <a:srgbClr val="FF0000"/>
                </a:solidFill>
              </a:rPr>
              <a:t>(</a:t>
            </a:r>
            <a:r>
              <a:rPr lang="ko-KR" altLang="en-US" sz="1400" smtClean="0">
                <a:solidFill>
                  <a:srgbClr val="FF0000"/>
                </a:solidFill>
              </a:rPr>
              <a:t>사이드바</a:t>
            </a:r>
            <a:r>
              <a:rPr lang="en-US" altLang="ko-KR" sz="1400" smtClean="0">
                <a:solidFill>
                  <a:srgbClr val="FF0000"/>
                </a:solidFill>
              </a:rPr>
              <a:t>)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7668344" y="0"/>
            <a:ext cx="1475656" cy="6858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endParaRPr lang="en-US" altLang="ko-KR" smtClean="0"/>
          </a:p>
          <a:p>
            <a:r>
              <a:rPr lang="ko-KR" altLang="en-US" smtClean="0"/>
              <a:t>독후감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시승기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기타</a:t>
            </a:r>
            <a:endParaRPr lang="en-US" altLang="ko-KR" smtClean="0"/>
          </a:p>
        </p:txBody>
      </p:sp>
      <p:sp>
        <p:nvSpPr>
          <p:cNvPr id="21" name="TextBox 20"/>
          <p:cNvSpPr txBox="1"/>
          <p:nvPr/>
        </p:nvSpPr>
        <p:spPr>
          <a:xfrm>
            <a:off x="7734640" y="6581001"/>
            <a:ext cx="14093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smtClean="0">
                <a:solidFill>
                  <a:srgbClr val="FF0000"/>
                </a:solidFill>
              </a:rPr>
              <a:t>(</a:t>
            </a:r>
            <a:r>
              <a:rPr lang="ko-KR" altLang="en-US" sz="1200" smtClean="0">
                <a:solidFill>
                  <a:srgbClr val="FF0000"/>
                </a:solidFill>
              </a:rPr>
              <a:t>일기의 연도선택</a:t>
            </a:r>
            <a:r>
              <a:rPr lang="en-US" altLang="ko-KR" sz="1200" smtClean="0">
                <a:solidFill>
                  <a:srgbClr val="FF0000"/>
                </a:solidFill>
              </a:rPr>
              <a:t>)</a:t>
            </a:r>
            <a:endParaRPr lang="ko-KR" altLang="en-US" sz="1200"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79512" y="61139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2734</TotalTime>
  <Words>165</Words>
  <Application>Microsoft Office PowerPoint</Application>
  <PresentationFormat>화면 슬라이드 쇼(4:3)</PresentationFormat>
  <Paragraphs>54</Paragraphs>
  <Slides>3</Slides>
  <Notes>3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4" baseType="lpstr">
      <vt:lpstr>Office 테마</vt:lpstr>
      <vt:lpstr>슬라이드 1</vt:lpstr>
      <vt:lpstr>슬라이드 2</vt:lpstr>
      <vt:lpstr>슬라이드 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이민혁</dc:creator>
  <cp:lastModifiedBy>이민혁</cp:lastModifiedBy>
  <cp:revision>37</cp:revision>
  <dcterms:created xsi:type="dcterms:W3CDTF">2026-04-17T11:29:28Z</dcterms:created>
  <dcterms:modified xsi:type="dcterms:W3CDTF">2026-04-20T13:51:21Z</dcterms:modified>
</cp:coreProperties>
</file>